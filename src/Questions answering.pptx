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b026aaec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b026aaec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b026aaec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b026aaec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b026aaec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b026aaec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b026aaec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b026aaec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b026aaec3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b026aaec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b026aaec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b026aaec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b026aaec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b026aaec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b026aaec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b026aaec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b026aaec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b026aaec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b026aaec3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b026aaec3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b026aaec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b026aaec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b026aaec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b026aaec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questions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i</a:t>
            </a:r>
            <a:r>
              <a:rPr lang="ar"/>
              <a:t>nformation on Computer Network Security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Sec on 2 – Prac ce Ques 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Name: fares abdelrahman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ID: 2302590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Sec on: s7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Part 1: Modular </a:t>
            </a:r>
            <a:r>
              <a:rPr lang="ar"/>
              <a:t>Arithmetic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1- 15 mod 7 =15=7×2+1  ===&gt; الباقي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/>
              <a:t>2-  23mod 5 = 23=5×4+3 ===&gt; الباقي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/>
              <a:t>3- 42mod 8  =42=8×5+2 ====&gt; الباقي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Q2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1. 9 and 16 =&gt;16 =7 x 2+ 2 ,  الباقي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                        9  =7 x 1+2 , الباقي  2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                        اذن ال 16 و 9 متكافين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2. -5 and 2 =&gt; -5 =−5+7=2 ,        الباقي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                        2 = 2 mod 7 =2   الباقي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                                                                          </a:t>
            </a:r>
            <a:r>
              <a:rPr lang="ar"/>
              <a:t>   اذن ال 5- و 2 متكافين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3. 14 and 3 =&gt;14= 7 x 2+0,الباقي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                        3 =3mod 7=3, الباقي 3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			اذن ال 14 و 3 مش متكأفين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Q3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1. 35 mod 6 =&gt;35=6×5+5 =====&gt;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2. 50 mod 9 =&gt;50=9×5+5 =====&gt;5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3. −8 mod 5 =&gt;−8+5=&gt; −3+5=2 =====&gt;2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ar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Q4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1. 3 mod 7 ⇒ 3 x 1 mod 7 =3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                 ⇒ 3 x 2 mod 7 =6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                 ⇒ 3 x 3 mod 7 =2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                 ⇒ 3 x 4 mod 7 =5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  ⇒ 3 x 5 mod 7 =1  ⇒ the inverse of 3 is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2. 4 mod 7 ⇒ 4 x 1 mod 7 =4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                 ⇒ 4 x 2 mod 7 =1 ⇒ the inverse of 4 is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306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Q5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798650"/>
            <a:ext cx="8520600" cy="37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6682"/>
              <a:t>1. 4 mod 8 not exists </a:t>
            </a:r>
            <a:r>
              <a:rPr lang="ar" sz="6682"/>
              <a:t>because</a:t>
            </a:r>
            <a:r>
              <a:rPr lang="ar" sz="6682"/>
              <a:t> gcd(4,8) != 1</a:t>
            </a:r>
            <a:endParaRPr sz="66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6682"/>
              <a:t>2. 5 mod 11 exists because gcd(5,11) =1</a:t>
            </a:r>
            <a:endParaRPr sz="66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6682"/>
              <a:t>                            the inverse ⇒5 x 1 mod 11 =5</a:t>
            </a:r>
            <a:endParaRPr sz="66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6682"/>
              <a:t>            			                ⇒5 x 2 mod 11 =10</a:t>
            </a:r>
            <a:endParaRPr sz="66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6682"/>
              <a:t>				                ⇒5 x 3 mod 11 =4</a:t>
            </a:r>
            <a:endParaRPr sz="66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6682"/>
              <a:t>                                               ⇒5 x 4 mod 11 =9</a:t>
            </a:r>
            <a:endParaRPr sz="66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6682"/>
              <a:t>				                ⇒5 x 5 mod 11 =3</a:t>
            </a:r>
            <a:endParaRPr sz="66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6682"/>
              <a:t>                                               ⇒5 x 6 mod 11 =8</a:t>
            </a:r>
            <a:endParaRPr sz="66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6682"/>
              <a:t>				                ⇒5 x 7 mod 11 =2</a:t>
            </a:r>
            <a:endParaRPr sz="66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6682"/>
              <a:t>                                               ⇒5 x 8 mod 11 =7</a:t>
            </a:r>
            <a:endParaRPr sz="66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6682"/>
              <a:t>				                ⇒5 x 9 mod 11 =1</a:t>
            </a:r>
            <a:endParaRPr sz="66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Q6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Find the </a:t>
            </a:r>
            <a:r>
              <a:rPr lang="ar"/>
              <a:t>multiplicative</a:t>
            </a:r>
            <a:r>
              <a:rPr lang="ar"/>
              <a:t> inverse of:</a:t>
            </a:r>
            <a:endParaRPr/>
          </a:p>
          <a:p>
            <a:pPr indent="457200" lvl="0" marL="3657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7 mod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/>
              <a:t>	⇒ 7 x 1 mod 10 </a:t>
            </a:r>
            <a:r>
              <a:rPr lang="ar"/>
              <a:t>= 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/>
              <a:t>	⇒ 7 x 2 mod 10 =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ar"/>
              <a:t>	⇒ 7 x 3 mod 10 = 1  ⇒⇒⇒ the inverse is 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Q7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Find the GCD of the following numbers: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1. gcd(30,12) ⇒30=2x3x5      ,, 12=2x2x3      ⇒ 2x3 =6 gcd  6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2. gcd(84,30) ⇒84= 2x2x3x7 ,,  30=2x3x5     ⇒ 2x3=6 gcd 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3. gcd(54,24) ⇒54=2x3x3x3  ,,  24=2x2x2x3 ⇒ 2x3 =6 gcd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Q8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Find the GCD using prime factoriza 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1. gcd(60,48) ⇒60 = 2×2×3×5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			⇒48 = 48 = 2×2×2×2×3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			⇒ gcd = 2×2×3⇒12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2. gcd(72,90) ⇒72 = 2×2×2×3×3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			 ⇒90 = 2×3×3×5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ar"/>
              <a:t>			 ⇒ gcd = 2×3×3⇒ 18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Q9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Use the Euclidean Algorithm to find: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1. gcd(27,21) ⇒ gcd (21×1+6 , 21) ⇒gcd(21,6)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			 ⇒ gcd (6×3+3 , 6)     ⇒gcd(6,3)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			 ⇒ gcd (3×2+0,3)       ⇒gcd(3,0) ⇒gcd =3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2. gcd(270,192) ⇒ gcd (192×1+78,192) ⇒gcd(192,78)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			    ⇒ gcd (78×2+36,78)      ⇒gcd (78,36)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			    ⇒ gcd (36×2+6,36) 		⇒gcd (36,6)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			    ⇒gcd (6×6+0,6)		⇒gcd (6,0) ⇒gcd =6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Q10</a:t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Use the Euclidean Algorithm to compute: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gcd(741,285) ⇒gcd (285×2+171,285) ⇒gcd (285,171)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			 ⇒gcd (171×1+114,171) ⇒gcd (171,114)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			 ⇒gcd (114×1+57,114)   ⇒gcd (114,57)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			 ⇒gcd (57×2+0,57)        ⇒gcd (57,0) ⇒gcd =57</a:t>
            </a:r>
            <a:endParaRPr/>
          </a:p>
          <a:p>
            <a:pPr indent="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Q11</a:t>
            </a:r>
            <a:endParaRPr/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Explain why a mul plica ve inverse does not exist for: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4 mod 8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شرط وجود المعكوس الضربي ل a وb لازم يكون ال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                                 				gcd(a,b)=1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gcd (4,8)=4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اذن الشرط لم يتتحقق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								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